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F7E2C-0EF1-030E-3E1D-478274658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24B91-CA87-DA16-AC21-B1AA03D2F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1577B-56EE-3AB1-ED19-962A562E0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A64-1F18-4C2A-B19B-A9ECA5956302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38232-6C46-DC69-A50E-BAE70655C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DAE4B-5FF9-B4E6-DDBB-268F5C43F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E6FF-7027-4E92-A94E-41B289A4D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68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6B70-B65F-4CC6-65DF-9D48172B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09487-CAC3-E9C2-90FE-3F9916C4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2B054-59D0-196E-264D-5748F4BF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A64-1F18-4C2A-B19B-A9ECA5956302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6F650-D65F-4272-20E1-8A9625BBA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E1422-FEDC-0A7F-AB24-317C0050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E6FF-7027-4E92-A94E-41B289A4D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71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28F66-CA30-F15F-BBA5-F92A66B53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0A383-AF46-CE8D-E90B-69B114E05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C47BA-6599-7D9B-9EE8-1D14E785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A64-1F18-4C2A-B19B-A9ECA5956302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A68DF-4A6D-8925-0621-6CC047034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D0B21-BB32-98A6-69C0-59602DAB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E6FF-7027-4E92-A94E-41B289A4D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7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29B99-1C91-C669-8E2D-12FD01D05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187B-2044-FCE2-E172-5F76A0FF0F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43947-686D-D017-344B-8891AE5EE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72901-E800-06FE-D41C-E8D3D9DA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A64-1F18-4C2A-B19B-A9ECA5956302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5415D-1FD6-6BCC-BC06-DE3553A22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42DD2-4E9D-1245-39BF-5116688F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E6FF-7027-4E92-A94E-41B289A4D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20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AE1C1-AF9A-33CD-3266-61EE66350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21321-E195-5CBD-7B14-D1692AADF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27667-4361-4921-D3E6-9CDDDB2BE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99292E-9D8A-9014-4692-8D452FD8D4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C6C6E7-F1BF-1F2F-5C88-668593CAD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6F786F-34E2-D6A8-A260-26CECE20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A64-1F18-4C2A-B19B-A9ECA5956302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180A7C-5B61-3655-EC5F-0CB67C01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044DF1-902B-3AD8-31F9-40F3B1A0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E6FF-7027-4E92-A94E-41B289A4D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510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982B7-2F64-2910-4023-37EC6598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448EA-0E1B-2968-793F-DA39D265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A64-1F18-4C2A-B19B-A9ECA5956302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F9296-FE5D-AF99-38E8-23CCFFFE2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64161-22B2-F616-E4DD-42F05AF25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E6FF-7027-4E92-A94E-41B289A4D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94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5A94F6-2516-86BF-6C10-75B00741C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A64-1F18-4C2A-B19B-A9ECA5956302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D6FEEC-65AB-AF7A-41CA-B8F234F18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12BB9-8C1D-2327-6C72-F4DCAA4D0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E6FF-7027-4E92-A94E-41B289A4D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12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2ACD0-C650-5559-3F98-8B519A11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F2C72-C236-E561-C62D-098BEC94E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765E9-E316-B957-283A-51AB34752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A3BB8-03EB-E2F6-79B4-68B08573B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A64-1F18-4C2A-B19B-A9ECA5956302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9BA52-9D33-E10D-F39F-EED6BFCA9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73967-E271-24EB-883C-13D1F3CF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E6FF-7027-4E92-A94E-41B289A4D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462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E5C7-385E-41CE-9FB4-3E5D1947B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CABDED-CCCA-C1FA-48E6-1BF417B216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C7A18-C77F-6F33-2D29-63B82583E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2FD4B-0BE6-7C72-3776-84C0E5C8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A64-1F18-4C2A-B19B-A9ECA5956302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6CD37-78D9-C62B-56F2-9239C7DD9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37035-4E69-F542-A37F-785F9689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E6FF-7027-4E92-A94E-41B289A4D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94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5713-EA01-FFCB-519A-E6C2CC6D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8218F-68CD-6F23-D276-92354112B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00C2D-78BE-7B55-5FC9-048F712A4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A64-1F18-4C2A-B19B-A9ECA5956302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610C0-133A-1627-34C7-81E5F52B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B1B7C-2676-49E5-21DA-3C4617E1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E6FF-7027-4E92-A94E-41B289A4D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91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CCCEAC-0EE2-ECE2-BE6B-F7630E7B57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E6E81-A23E-349A-D520-39DF812B2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8A06B-A96F-4449-5D57-F09064EAB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A64-1F18-4C2A-B19B-A9ECA5956302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CB4C4-05BC-36F1-FBE1-5D231869F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16E5D-187E-0DE6-8CA9-005AA1AE1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E6FF-7027-4E92-A94E-41B289A4D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077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9A442-AAD8-DE5D-8140-85C68BFC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17FA3-54B0-470F-9078-813504C4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EBBD4-736B-C025-F901-87874AE61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B7A64-1F18-4C2A-B19B-A9ECA5956302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38E47-DE0C-FE77-E3B7-F12AA8003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5E9B5-B06D-3DF8-B87E-6E6399607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3E6FF-7027-4E92-A94E-41B289A4D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01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ECE0C-6AE0-3911-E2DC-C926A61B84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Why CNN is Better than ANN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A42F5C-2A06-74A5-D1AD-A03C7AF173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824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C6EDA-B0F7-EA19-028B-3E4B2F68A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3A607-C56E-89FA-22A4-67911DD78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Sparse Connectivity</a:t>
            </a:r>
          </a:p>
          <a:p>
            <a:r>
              <a:rPr lang="en-IN" dirty="0"/>
              <a:t>Weight Sharing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26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A2BD0F-9128-2379-A24F-0A8EEF6A4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300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0A7572-A151-1281-CC72-8E0512B88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90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83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9008FF-FFC5-0E49-467F-0FFEEE92F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301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_this_image2">
            <a:hlinkClick r:id="" action="ppaction://media"/>
            <a:extLst>
              <a:ext uri="{FF2B5EF4-FFF2-40B4-BE49-F238E27FC236}">
                <a16:creationId xmlns:a16="http://schemas.microsoft.com/office/drawing/2014/main" id="{07863A94-10F2-870B-EDB4-A2AC5CAEA49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338" y="141305"/>
            <a:ext cx="11977635" cy="603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6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87996E-9A42-BE9D-F07A-BC25A58EC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439859" cy="693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33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</Words>
  <Application>Microsoft Office PowerPoint</Application>
  <PresentationFormat>Widescreen</PresentationFormat>
  <Paragraphs>4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Why CNN is Better than ANN</vt:lpstr>
      <vt:lpstr>Why?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x65539@365mmt.com</dc:creator>
  <cp:lastModifiedBy>x65539@365mmt.com</cp:lastModifiedBy>
  <cp:revision>1</cp:revision>
  <dcterms:created xsi:type="dcterms:W3CDTF">2026-09-16T14:35:53Z</dcterms:created>
  <dcterms:modified xsi:type="dcterms:W3CDTF">2026-09-16T16:14:49Z</dcterms:modified>
</cp:coreProperties>
</file>